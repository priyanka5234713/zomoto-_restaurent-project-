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b3fed51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b3fed51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b3fed51d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b3fed51d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b3fed51d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b3fed51d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b3fed51d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b3fed51d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b3fed51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b3fed51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3fed51d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3fed51d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3fed51d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b3fed51d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3fed51d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b3fed51d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Zomoto Restaurent 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sz="4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Zomato is an online food delivery and restaurant discovery platform</a:t>
            </a:r>
            <a:b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handles </a:t>
            </a: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huge amounts of data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daily</a:t>
            </a:r>
            <a:b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is widely used to </a:t>
            </a: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analyze, automate, and optimize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Zomato’s operations</a:t>
            </a:r>
            <a:b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Python for Zomato?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to learn and use</a:t>
            </a:r>
            <a:b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Powerful data analysis libraries</a:t>
            </a:r>
            <a:b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processing of large datasets</a:t>
            </a:r>
            <a:b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 </a:t>
            </a: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decision making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Restaurant Ratings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restaurants have ratings between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3.5 and 4.5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showing generally good customer satisfaction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few restaurants receive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ratings (below 2.5)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ratings (above 4.5)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less common, indicating strict customer expectations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distribution suggests that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quality, service, and delivery time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strongly influence ratings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Restaurants with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moderate pricing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tend to receive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customer ratings</a:t>
            </a:r>
            <a:b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low-cost restaurants often face quality concerns, affecting ratings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High-cost restaurants do not always guarantee higher ratings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for money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has a strong impact on customer satisfaction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2660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10 Cusions</a:t>
            </a:r>
            <a:endParaRPr sz="6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top 10 cuisines account for the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majority of customer orders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Zomato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Indian, Chinese, and Fast Food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the most popular cuisines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demand reflects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affordability, taste preference, and quick preparation time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cuisines drive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restaurant visibility and revenue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customer reviews show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sentiment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overall satisfaction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Neutral reviews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reflect average service or food quality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sentiment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mainly linked to delivery delays and poor service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Sentiment analysis helps restaurants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issues and improve customer experience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visulization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 title="Screenshot 2026-01-25 at 5.21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75" y="1328075"/>
            <a:ext cx="3916674" cy="153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 title="Screenshot 2026-01-25 at 5.21.3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175" y="1260550"/>
            <a:ext cx="4100126" cy="1925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Screenshot 2026-01-25 at 5.21.5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450" y="2903775"/>
            <a:ext cx="3786700" cy="176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 title="Screenshot 2026-01-25 at 5.22.0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152" y="2858750"/>
            <a:ext cx="4258652" cy="198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Zomato restaurant data analysis provides valuable insights into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preferences and behavior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helps analyze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ratings, cuisines, and customer sentiment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effectively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Popular cuisines and higher ratings contribute to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restaurant performance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Sentiment analysis helps identify strengths and areas for improvement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data-driven decisions help restaurants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customer satisfaction and business growth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